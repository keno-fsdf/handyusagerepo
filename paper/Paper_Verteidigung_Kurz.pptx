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46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3460"/>
                </a:solidFill>
                <a:latin typeface="Arial"/>
              </a:rPr>
              <a:t>C-Index nach Gerät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TinyML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0.754</c:v>
                </c:pt>
                <c:pt idx="1">
                  <c:v>0.742</c:v>
                </c:pt>
                <c:pt idx="2">
                  <c:v>0.571</c:v>
                </c:pt>
                <c:pt idx="3">
                  <c:v>0.593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9C2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0.807</c:v>
                </c:pt>
                <c:pt idx="1">
                  <c:v>0.815</c:v>
                </c:pt>
                <c:pt idx="2">
                  <c:v>0.767</c:v>
                </c:pt>
                <c:pt idx="3">
                  <c:v>0.628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0.792</c:v>
                </c:pt>
                <c:pt idx="1">
                  <c:v>0.696</c:v>
                </c:pt>
                <c:pt idx="2">
                  <c:v>0.73</c:v>
                </c:pt>
                <c:pt idx="3">
                  <c:v>0.724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Google API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0.853</c:v>
                </c:pt>
                <c:pt idx="1">
                  <c:v>0.921</c:v>
                </c:pt>
                <c:pt idx="2">
                  <c:v>0.677</c:v>
                </c:pt>
                <c:pt idx="3">
                  <c:v>0.473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TinyML für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Akkulaufzeit-Vorhersage auf Android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2801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Multi-Device-Vergleich von sechs Methoden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Schürger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Matrikelnr.: 5023033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Hochschule Würzburg-Schweinfurt (THWS)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Vertiefungsseminar - Sommersemester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und Forschungsfrage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Akku-Restzeit-Anzeige im System ist oft unzuverlässig (rechnet grob den Schnitt hoch).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Android 12 gibt es ein eigenes ML-Modell im System, aber nur mit privilegiertem Zugriff. Normale Apps kommen da nicht ran.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73152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"Wie gut kann ein TinyML-Modell die Akkulaufzeit auf Android vorhersagen, im Vergleich zu linearem und exponentiellem Fitting sowie der nativen Google-API, bezogen auf Genauigkeit und Effizienz?"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Gemessen an zwei Achsen:  Genauigkeit (C-Index, MAE)  und  Effizienz (Modellgröße, Latenz).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Verwandte Arbeiten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2926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(2018)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Battery Prediction at Scale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Nutzer, 21 Monate. Führt den Concordance-Index als Metrik ein, weil Nutzer fast nie auf 0% entladen und MAE dann unzuverlässig wird. Der C-Index stammt aus der Medizin.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91440" cy="2926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Albelali &amp; Ahmed (2025)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Leaks in Time Series Forecasting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Zufälliges Mischen von Sliding-Window-Sequenzen leckt Zukunfts-Information ins Training und schönt die Ergebnisse.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Datensammlung: 4 Geräte, 45 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73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Messungen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60320" y="1673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Tage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1673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1673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Xiaomi plus drei Pixel-Geräte (7, 8, 9 Pro), bei Familienmitgliedern.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30 Sekunden ein Messpunkt, im Hintergrund über einen Foreground-Service.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2468880"/>
            <a:ext cx="28346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(nur öffentliche Sensoren)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30632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battery_level, screen_on,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brightness, active_app_category,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wifi_on, mobile_data_on,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charging, cpu_usage (proxy),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temperature, hotspot_on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Methoden im Vergleich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Conv1D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Modell, 14 KB INT8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Hauptmodell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651760" cy="7315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18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gleiche 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651760" cy="73152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618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Konstanter Mittelwert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(kein Lernen)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2651760" cy="73152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 / aktuelle Drain-Rate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Analytisch 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834640"/>
            <a:ext cx="265176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Fit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Kurvenfit pro Segment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Analytisch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834640"/>
            <a:ext cx="265176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getBatteryDischargePrediction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6-Wege-Vergleich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C-Index: bewertet nur ob die Reihenfolge stimmt (0,5 = Münzwurf, 1,0 = perfekt). MAE: durchschnittliche Abweichung in Stunden.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27432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C-Index 95%-CI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+/- 2h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Predictor (floor)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 [0.500, 0.500]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 Conv1D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 [0.647, 0.664]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27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 [0.673, 0.695]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(drain rate)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 [0.761, 0.780]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 [0.758, 0.776]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9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 [0.751, 0.772]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5F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04164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ML-Modelle signifikant über dem Floor (p &lt; 0,001), aber unter der Spitzengruppe. </a:t>
            </a:r>
            <a:pPr indent="0" marL="0">
              <a:buNone/>
            </a:pPr>
            <a:r>
              <a:rPr lang="en-US" sz="12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Überraschend: Google ist statistisch nicht besser als die simple Linear-Baseline (p = 0,11).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Per-Device: starker Hardware-Effekt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436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Beobachtungen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943600" y="17830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TinyML: 0.75 (Pixel 7 Pro) bis 0.59 (Xiaomi)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Analytische Baselines stabiler über Geräte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Praktisch: Konfidenz sollte gerätespezifisch sein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Effizienz: TinyML funktioniert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87452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</a:t>
            </a:r>
            <a:pPr algn="ctr" indent="0" marL="0">
              <a:buNone/>
            </a:pPr>
            <a:r>
              <a:rPr lang="en-US" sz="15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Modell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143000"/>
            <a:ext cx="187452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pPr algn="ctr" indent="0" marL="0">
              <a:buNone/>
            </a:pPr>
            <a:r>
              <a:rPr lang="en-US" sz="15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µs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Inferenz-Latenz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43000"/>
            <a:ext cx="187452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7.6x</a:t>
            </a:r>
            <a:pPr algn="ctr" indent="0" marL="0">
              <a:buNone/>
            </a:pPr>
            <a:r>
              <a:rPr lang="en-US" sz="15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 als das Original-Modell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4300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143000"/>
            <a:ext cx="1874520" cy="7315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29844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~12.000x</a:t>
            </a:r>
            <a:pPr algn="ctr" indent="0" marL="0">
              <a:buNone/>
            </a:pPr>
            <a:r>
              <a:rPr lang="en-US" sz="15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als das Original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Original-Modell = unquantisierte Float32-Version (109 KB, 39 ms).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solidFill>
            <a:srgbClr val="EDF7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Quantisierung funktioniert wie beworben. Effizienz ist die klare Stärke von TinyML. Der Engpass liegt allein bei der Genauigkeit.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Kernbefunde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9144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53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    </a:t>
            </a:r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unterlegen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6824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unter Linear, Exponential und Google (C ~ 0,77). Google ist nicht besser als die simple Linear-Baseline.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91440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359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   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überlegen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 KB, 3,3 Mikrosekunden, läuft offline. Hier hat TinyML klar seinen Wert.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9144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364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  </a:t>
            </a:r>
            <a:pPr indent="0" marL="0">
              <a:buNone/>
            </a:pPr>
            <a:r>
              <a:rPr lang="en-US" sz="16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geräteabhängig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" y="36941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0,75 auf Pixel 7 Pro gegen 0,59 auf Xiaomi (gleiches Modell, anderes Gerät).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Grenzen: Handy nie ganz leer, nur 4 Geräte.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auf die Forschungsfrage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gut sagt ein App-Level-TinyML-Modell die Akkulaufzeit vorher, verglichen mit etablierten Methoden und der Google-API?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143000"/>
          </a:xfrm>
          <a:prstGeom prst="rect">
            <a:avLst/>
          </a:prstGeom>
          <a:solidFill>
            <a:srgbClr val="FFF5F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91440" cy="1143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Genauigkeit: erreicht die etablierten Methoden nicht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lernt Signal über dem Floor, bleibt aber hinter Linear, Exponential und Google (C ~ 0.77). Und Google ist nicht besser als die simple Linear-Baseline.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solidFill>
            <a:srgbClr val="EDF7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88920"/>
            <a:ext cx="9144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Effizienz: hier ist TinyML klar überlegen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 KB, 3,3 Mikrosekunden Inferenz, läuft komplett offline auf jedem Android-Gerät.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Dank. Fragen?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TinyML für Akkulaufzeit-Vorhersage - Kurzfassung</dc:title>
  <dc:subject>PptxGenJS Presentation</dc:subject>
  <dc:creator>Keno Schürger</dc:creator>
  <cp:lastModifiedBy>Keno Schürger</cp:lastModifiedBy>
  <cp:revision>1</cp:revision>
  <dcterms:created xsi:type="dcterms:W3CDTF">2026-06-30T11:45:44Z</dcterms:created>
  <dcterms:modified xsi:type="dcterms:W3CDTF">2026-06-30T11:45:44Z</dcterms:modified>
</cp:coreProperties>
</file>