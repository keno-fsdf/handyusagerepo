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Matrikelnr.: 5023033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Effizienz ist die Stärke von TinyML — bei der Genauigkeit gibt es nur kleine Abschläge.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0,60, während Random Forest auf denselben Daten 0,76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Datenvielfalt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0,79 auf Pixel 7 Pro, 0,59 auf Xiaomi. Engpass nicht am Modell, sondern an Sensor-Qualität und fehlendem Entlade-Verlauf (Xiaomi-Akku 88,8 % der Zeit voll).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2026-06-05T16:01:30Z</dcterms:created>
  <dcterms:modified xsi:type="dcterms:W3CDTF">2026-06-05T16:01:30Z</dcterms:modified>
</cp:coreProperties>
</file>