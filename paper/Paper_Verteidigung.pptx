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das täuscht 19x bessere Performance vor (Single-Device).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Wie stark der Effekt verfälscht, hängt von der Datenvielfalt ab — Folgearbeiten sollten ihre Aufteilungs-Methode immer angeben.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für C, p=0.55 für MAE).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Multi-Device-Datensatz macht den Unterschied: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Device: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C=0.50 = Mean-Predictor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C=0.51, beide nicht über Floor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RF C=0.69, beide signifikant &gt; Floor (p&lt;=0.005)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(p=0.83):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3.21 h, C-Index 0.776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3.24 h, C-Index 0.777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Hardware-Zugang trägt nichts Messbares für 'Stunden bis 0%' bei.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0,60, während Random Forest auf denselben Daten 0,76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Sensor-Qualität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für Sliding-Window-Time-Series in Mobile-Sensing.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2026-06-05T15:18:06Z</dcterms:created>
  <dcterms:modified xsi:type="dcterms:W3CDTF">2026-06-05T15:18:06Z</dcterms:modified>
</cp:coreProperties>
</file>