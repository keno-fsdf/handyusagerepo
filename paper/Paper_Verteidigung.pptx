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Geraet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fuer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methodisch ehrlicher Erfahrungsbericht aus dem Multi-Device-Vergleich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Wuerzburg-Schweinfurt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Modellgroesse)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MIUI/OneUI: oft Legacy-Code seit Android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aendert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Laeuft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eine Drittanbieter-App, die nur oeffentliche Sensor-APIs nutzt, mit der System-API mithalten - oder ueberhaupt etwas Sinnvolles lernen?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Fuehrt den Concordance-Index als Standard-Metrik ein, weil das 'severe data missing problem' (User entladen selten auf 0%) MAE unzuverlaessig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fuer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ueber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Geraete,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Geraete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ueber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Geraete)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taeuscht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fuer Folgearbeiten in dieser Domaene: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ueberraschend!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46120"/>
            <a:ext cx="8229600" cy="150876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31012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Ueberraschender Befund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63016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fuer C, p=0.55 fuer MAE).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Random Forest) signifikant ueber Mean-Predictor, aber signifikant unter der Spitzengruppe.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konkurrenzfaehig mit dem System-ML-Estimator.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0799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Nuance: Aggregat-Befund. Im Bucket &gt;=30h (n=58) gewinnt Google klar (C 0.98 vs 0.64). Auf kurzen/mittleren Restzeiten (~97% der Daten) wirklich praktisch identisch.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Geraet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ueber Geraete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ueber 75% (mean 94%). Wenig Discharge-Dynamik zum Lernen. Sensor-Qualitaet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Groesse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1: TinyML lernt Signal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 als auf Single-Device-Setup ist TinyML hier kein Mean-Predictor mehr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1188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54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 (frueher Stand)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C-Index 0.50 = Mean-Predictor. Random Forest 0.51. Beide statistisch nicht von 'kein Modell' unterscheidbar.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8229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88920"/>
            <a:ext cx="73152" cy="1188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26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C-Index 0.67, RF 0.69. Beide signifikant ueber Floor (p&lt;=0.005). ML lernt erkennbares Signal.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bei C ~ 0.77.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2: Google = Linear-Baseline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der gemeinsamen Schnittmenge sind die System-API und die einfache lineare Drain-Rate-Baseline statistisch ununterscheidbar.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93192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(battery / drain_rate)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BatteryManager.CHARGE_COUNTER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BatteryManager.CURRENT_AVERAGE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3.21 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0.776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393192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(Systemprozess)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Zusaetzliche privilegierte Signale: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PowerStats HAL (per-App-Strom)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Adaptive-Battery-Integration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3.24 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0.777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zusaetzliche Hardware-Zugang von Google traegt nichts Messbares fuer 'Stunden bis 0%' bei (Permutationstest p=0.83 fuer C, p=0.55 fuer MAE).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Domaene, nicht der Studie - gleiche Beobachtung bei Li et al. (2018) mit 51 Nutzern.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64792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647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Common-Subset-Selection-Bias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Google-API definiert ist, sind die Restzeiten kuerzer (mean 6.7 h vs. 7.7 h im gesamten Test). Affektiert MAE symmetrisch, Ranking unaffected.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478024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7802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72491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sieht alle 4 Geraete. Eine Leave-One-Device-Out-Studie ist offene Folgearbeit.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91256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9125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n=98 fuer Pixel 8 Pro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43814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Breite Konfidenzintervalle. C-Index 0.92 ist Punktwert mit wenig statistischer Sicherheit.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04488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9044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1513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C=0.60 waehrend RF auf demselben Geraet C=0.76 erreicht. Keine kausale Erklaerung im aktuellen Datensatz.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schlaegt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uneingeschraenkt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Sensor-Qualitaet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fuer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fuer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fuer Akkulaufzeit-Vorhersage auf Android - Verteidigung</dc:title>
  <dc:subject>PptxGenJS Presentation</dc:subject>
  <dc:creator>Keno Schuerger</dc:creator>
  <cp:lastModifiedBy>Keno Schuerger</cp:lastModifiedBy>
  <cp:revision>1</cp:revision>
  <dcterms:created xsi:type="dcterms:W3CDTF">2026-06-05T13:17:34Z</dcterms:created>
  <dcterms:modified xsi:type="dcterms:W3CDTF">2026-06-05T13:17:34Z</dcterms:modified>
</cp:coreProperties>
</file>