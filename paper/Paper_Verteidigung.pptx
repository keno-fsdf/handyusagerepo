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Domäne - gleiche Beobachtung bei Li et al. (2018) mit 51 Nutzern. Deshalb C-Index als Primär-Metrik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Eine Leave-One-Device-Out-Studie - also Test auf einem komplett ungesehenen Gerät -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C=0.60 während RF auf demselben Gerät C=0.76 erreicht. Keine kausale Erklärung im aktuellen Datensatz -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2026-06-05T15:10:25Z</dcterms:created>
  <dcterms:modified xsi:type="dcterms:W3CDTF">2026-06-05T15:10:25Z</dcterms:modified>
</cp:coreProperties>
</file>