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 (vs. y_extrap)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Bei zufälliger Aufteilung sieht das Modell unbemerkt Daten aus der Zukunft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das täuscht 19x bessere Performance vor (Single-Device).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Lehre: Wie stark der Effekt verfälscht, hängt von der Datenvielfalt ab — Folgearbeiten sollten ihre Aufteilungs-Methode immer angeben.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gegen extrapolierte echte Restzeit · Klammerwerte = 95%-Konfidenzintervall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Xiaomi-Daten: Akku 88.8% der Zeit über 75% (mean 94%). Wenig Discharge-Dynamik zum Lernen. Sensor-Qualität UND Datenverteilung gemischt.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Right-censored Daten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0% entladen. Strukturelle Eigenschaft der Domäne - gleiche Beobachtung bei Li et al. (2018) mit 51 Nutzern. Deshalb C-Index als Primär-Metrik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Eine Leave-One-Device-Out-Studie - also Test auf einem komplett ungesehenen Gerät -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anomal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C=0.60 während RF auf demselben Gerät C=0.76 erreicht. Keine kausale Erklärung im aktuellen Datensatz -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Daten-Coverage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0.79 auf Pixel 7 Pro, 0.59 auf Xiaomi. Engpass: Sensor-Qualität UND Discharge-Dynamik-Coverage (Xiaomi-Akku 88.8% der Zeit voll). Nicht die Modellarchitektur.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für Sliding-Window-Time-Series in Mobile-Sensing.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2026-06-05T15:04:10Z</dcterms:created>
  <dcterms:modified xsi:type="dcterms:W3CDTF">2026-06-05T15:04:10Z</dcterms:modified>
</cp:coreProperties>
</file>