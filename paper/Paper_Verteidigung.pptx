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Gerät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0.754</c:v>
                </c:pt>
                <c:pt idx="1">
                  <c:v>0.742</c:v>
                </c:pt>
                <c:pt idx="2">
                  <c:v>0.571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0.807</c:v>
                </c:pt>
                <c:pt idx="1">
                  <c:v>0.815</c:v>
                </c:pt>
                <c:pt idx="2">
                  <c:v>0.767</c:v>
                </c:pt>
                <c:pt idx="3">
                  <c:v>0.628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0.473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für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Multi-Device-Vergleich von sechs Methoden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8046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Matrikelnr.: 5023033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Würzburg-Schweinfurt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Modellgröße)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ändert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schneidet ein TinyML-Modell auf öffentlich verfügbaren Sensoren gegenüber etablierten Vorhersage-Methoden ab?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Führt den Concordance-Index als Standard-Metrik ein, weil das 'severe data missing problem' (User entladen selten auf 0%) MAE unzuverlässig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für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über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Geräte,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Bei zufälliger Aufteilung sieht das Modell unbemerkt Daten aus der Zukunft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~1.69x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Geräte)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zufälliger Aufteilung 'sieht' das Modell unbemerkt zukünftige Daten — der Test-MAE wirkt dadurch um Faktor ~1,7 besser (Single-Device: 6,5 statt 11,1 h).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4 Geräten (Multi-Device) schrumpft die Verzerrung auf 1,24x — die Datenvielfalt schwächt das Lecken ab. Vergleichbar mit Albelali &amp; Ahmed (2025).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(n=2.883)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 gegen extrapolierte echte Restzeit · Klammerwerte = 95%-Konfidenzintervall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Münzwurf,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0.656 [0.647, 0.664]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0.685 [0.673, 0.695]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0.770 [0.761, 0.780]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 [0.758, 0.776]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 [0.751, 0.772]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Tests auf C-Index (paired Bootstrap, BH-korrigiert; Common Subset n=2.883)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signifikant (Unterschied nicht durch Zufall erklärbar). n.s. = nicht signifikant (beide Methoden statistisch ununterscheidbar).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überraschend!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(p=0.11 für C, p=0.16 für MAE) — Linear liegt numerisch sogar minimal vorn.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über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konkurrenzfähig mit dem System-ML-Estimator.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Gerät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0.75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über Geräte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Achtung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dem Xiaomi war der Akku meist voll (88,8 % der Zeit über 75 %). Damit fehlt dem Modell Entlade-Verlauf zum Lernen — der schwache Xiaomi-Wert kann genauso gut an mangelnder Datenvielfalt liegen wie an der Hardware.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Effizienz ist die klare Stärke von TinyML.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Schlüssel-Befunde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vorhanden — aber target-abhängig: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Trainings-Target (y_extrap):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C=0.66, RF C=0.69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beide signifikant über Floor (p &lt; 0.001)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gemessene Restzeit (y_real):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signifikanter Vorsprung mehr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TinyML p=0.82; RF sogar unter Floor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(p=0.11):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3.30 h, C-Index 0.770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3.37 h, C-Index 0.762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Hardware-Vorteil zahlt sich erst bei sehr langen Restzeiten aus (&gt;=30 h: C 0.98 vs. 0.64).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selten ganz leer gefahren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0 % entladen — Grundeigenschaft der Daten, gleiche Beobachtung bei Li et al. (2018) mit 51 Nutzern. Deshalb C-Index als Hauptmaß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Geräte. Wie das Modell auf einem komplett neuen Gerät funktionieren würde,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überraschend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schafft dort nur C-Index 0,57, während Random Forest auf denselben Daten 0,77 erreicht. Warum genau, ist mit den aktuellen Daten nicht erklärbar — offen für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schlägt Mean (C 0.66),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3.3 us. Auf dieser Achse hat TinyML uneingeschränkt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Datenvielfalt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0,75 auf Pixel 7 Pro, 0,59 auf Xiaomi. Engpass nicht am Modell, sondern an Sensor-Qualität und fehlendem Entlade-Verlauf (Xiaomi-Akku 88,8 % der Zeit voll).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für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für Akkulaufzeit-Vorhersage auf Android - Verteidigung</dc:title>
  <dc:subject>PptxGenJS Presentation</dc:subject>
  <dc:creator>Keno Schürger</dc:creator>
  <cp:lastModifiedBy>Keno Schürger</cp:lastModifiedBy>
  <cp:revision>1</cp:revision>
  <dcterms:created xsi:type="dcterms:W3CDTF">2026-06-10T07:24:28Z</dcterms:created>
  <dcterms:modified xsi:type="dcterms:W3CDTF">2026-06-10T07:24:28Z</dcterms:modified>
</cp:coreProperties>
</file>