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8046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Matrikelnr.: 5023033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Bei zufälliger Aufteilung sieht das Modell unbemerkt Daten aus der Zukunft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zufälliger Aufteilung 'sieht' das Modell unbemerkt zukünftige Daten — das täuscht 19x bessere Performance vor (Single-Device).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4 Geräten (Multi-Device) schrumpft die Verzerrung auf 1,24x — die Datenvielfalt schwächt das Lecken ab. Vergleichbar mit Albelali &amp; Ahmed (2025).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Lehre: Wie stark der Effekt verfälscht, hängt von der Datenvielfalt ab — Folgearbeiten sollten ihre Aufteilungs-Methode immer angeben.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gegen extrapolierte echte Restzeit · Klammerwerte = 95%-Konfidenzintervall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für C, p=0.55 für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Achtung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dem Xiaomi war der Akku meist voll (88,8 % der Zeit über 75 %). Damit fehlt dem Modell Entlade-Verlauf zum Lernen — der schwache Xiaomi-Wert kann genauso gut an mangelnder Datenvielfalt liegen wie an der Hardware.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Effizienz ist die klare Stärke von TinyML.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über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trägt nichts Messbares für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selten ganz leer gefahren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0 % entladen — Grundeigenschaft der Daten, gleiche Beobachtung bei Li et al. (2018) mit 51 Nutzern. Deshalb C-Index als Hauptmaß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Wie das Modell auf einem komplett neuen Gerät funktionieren würde,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überraschend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schafft dort nur C-Index 0,60, während Random Forest auf denselben Daten 0,76 erreicht. Warum genau, ist mit den aktuellen Daten nicht erklärbar —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Datenvielfalt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0,79 auf Pixel 7 Pro, 0,59 auf Xiaomi. Engpass nicht am Modell, sondern an Sensor-Qualität und fehlendem Entlade-Verlauf (Xiaomi-Akku 88,8 % der Zeit voll).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2026-06-05T16:10:04Z</dcterms:created>
  <dcterms:modified xsi:type="dcterms:W3CDTF">2026-06-05T16:10:04Z</dcterms:modified>
</cp:coreProperties>
</file>