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lang="de-DE"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Pixel 7 Pro</c:v>
                </c:pt>
                <c:pt idx="1">
                  <c:v>Pixel 8 Pro</c:v>
                </c:pt>
                <c:pt idx="2">
                  <c:v>Pixel 9 Pro XL</c:v>
                </c:pt>
                <c:pt idx="3">
                  <c:v>Xiaomi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0.754</c:v>
                </c:pt>
                <c:pt idx="1">
                  <c:v>0.74199999999999999</c:v>
                </c:pt>
                <c:pt idx="2">
                  <c:v>0.57099999999999995</c:v>
                </c:pt>
                <c:pt idx="3">
                  <c:v>0.59299999999999997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F6-4B8B-8078-DDD7B389E8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Pixel 7 Pro</c:v>
                </c:pt>
                <c:pt idx="1">
                  <c:v>Pixel 8 Pro</c:v>
                </c:pt>
                <c:pt idx="2">
                  <c:v>Pixel 9 Pro XL</c:v>
                </c:pt>
                <c:pt idx="3">
                  <c:v>Xiaomi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0.80700000000000005</c:v>
                </c:pt>
                <c:pt idx="1">
                  <c:v>0.81499999999999995</c:v>
                </c:pt>
                <c:pt idx="2">
                  <c:v>0.76700000000000002</c:v>
                </c:pt>
                <c:pt idx="3">
                  <c:v>0.628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F6-4B8B-8078-DDD7B389E8E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Pixel 7 Pro</c:v>
                </c:pt>
                <c:pt idx="1">
                  <c:v>Pixel 8 Pro</c:v>
                </c:pt>
                <c:pt idx="2">
                  <c:v>Pixel 9 Pro XL</c:v>
                </c:pt>
                <c:pt idx="3">
                  <c:v>Xiaomi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0.79200000000000004</c:v>
                </c:pt>
                <c:pt idx="1">
                  <c:v>0.69599999999999995</c:v>
                </c:pt>
                <c:pt idx="2">
                  <c:v>0.73</c:v>
                </c:pt>
                <c:pt idx="3">
                  <c:v>0.72399999999999998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4F6-4B8B-8078-DDD7B389E8E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Pixel 7 Pro</c:v>
                </c:pt>
                <c:pt idx="1">
                  <c:v>Pixel 8 Pro</c:v>
                </c:pt>
                <c:pt idx="2">
                  <c:v>Pixel 9 Pro XL</c:v>
                </c:pt>
                <c:pt idx="3">
                  <c:v>Xiaomi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0.85299999999999998</c:v>
                </c:pt>
                <c:pt idx="1">
                  <c:v>0.92100000000000004</c:v>
                </c:pt>
                <c:pt idx="2">
                  <c:v>0.67700000000000005</c:v>
                </c:pt>
                <c:pt idx="3">
                  <c:v>0.47299999999999998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4F6-4B8B-8078-DDD7B389E8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2803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Matrikelnr.: 5023033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91440" cy="228600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85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1938528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(Nutzer entladen fast nie auf 0%) MAE unzuverlässig macht. Der C-Index stammt urspruenglich aus der Medizin.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91440" cy="228600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89204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9204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92040" y="1938528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Zufälliges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Mischen von Sliding-Window-Sequenzen leckt Zukunfts-Information ins Training und schoent die Ergebnisse. RMSE Gain bis 20.5% bei 10-fold CV (LSTM).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relevante Arbeiten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146304" cy="146304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9319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(2024):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 auf App- und Sensor-Features. Direkter Methodik-Verwandter.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425696"/>
            <a:ext cx="146304" cy="146304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731520" y="4334256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(2021), MLPerf Tiny: 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-Benchmark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fürr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TinyML (Accuracy, Latency, Energy). Smartphones kaum abgedeckt.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13716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8229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~1.69x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der Test-MAE wirkt dadurch um Faktor ~1,7 besser (Single-Device: 6,5 statt 11,1 h).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</p:txBody>
      </p:sp>
      <p:sp>
        <p:nvSpPr>
          <p:cNvPr id="4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(n=2.883)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19202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 [0.647, 0.664]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 [0.673, 0.695]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 [0.761, 0.780]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 [0.758, 0.776]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 [0.751, 0.772]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6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Tests auf C-Index (paired Bootstrap, BH-korrigiert; Common Subset n=2.883)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1600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(p=0.11 für C, p=0.16 für MAE) — Linear liegt numerisch sogar minimal vorn.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6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371600"/>
          <a:ext cx="53035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0.75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~12.000x</a:t>
            </a: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1295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Effizienz ist die klare Stärke von TinyML.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vorhanden — aber target-abhängig: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Trainings-Target (y_extrap): </a:t>
            </a: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C=0.66, RF C=0.69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beide signifikant über Floor (p &lt; 0.001)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gemessene Restzeit (y_real): </a:t>
            </a:r>
            <a:r>
              <a:rPr lang="en-US" sz="11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signifikanter Vorsprung mehr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TinyML p=0.82; RF sogar unter Floor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(p=0.11):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3.30 h, C-Index 0.770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3.37 h, C-Index 0.762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Hardware-Vorteil zahlt sich erst bei sehr langen Restzeiten aus (&gt;=30 h: C 0.98 vs. 0.64).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0,57, während Random Forest auf denselben Daten 0,77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0.66),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3.3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Datenvielfalt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0,75 auf Pixel 7 Pro, 0,59 auf Xiaomi. Engpass nicht am Modell, sondern an Sensor-Qualität und fehlendem Entlade-Verlauf (Xiaomi-Akku 88,8 % der Zeit voll).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1580</Words>
  <Application>Microsoft Office PowerPoint</Application>
  <PresentationFormat>Bildschirmpräsentation (16:9)</PresentationFormat>
  <Paragraphs>314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</cp:lastModifiedBy>
  <cp:revision>5</cp:revision>
  <dcterms:created xsi:type="dcterms:W3CDTF">2026-06-29T11:52:18Z</dcterms:created>
  <dcterms:modified xsi:type="dcterms:W3CDTF">2026-06-29T14:24:53Z</dcterms:modified>
</cp:coreProperties>
</file>