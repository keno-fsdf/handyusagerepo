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Gerät (vs. y_extrap)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methodisch ehrlicher Erfahrungsbericht aus dem Multi-Device-Vergleich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MIUI/OneUI: oft Legacy-Code seit Android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aendert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eine Drittanbieter-App, die nur öffentliche Sensor-APIs nutzt, mit der System-API mithalten - oder überhaupt etwas Sinnvolles lernen?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(User entladen selten auf 0%) MAE unzuverlässig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für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über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Random-Shuffle über Sliding-Window-Sequenzen leckt Future-Information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Single-Device: random-shuffle täuscht eine 19x bessere Performance vor - reines Leakage-Artefakt.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Multi-Device: nur noch 1.24x Inflation, im Bereich von Albelali &amp; Ahmed (2025) mit 10-fold CV.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Eigener methodischer Beitrag: Inflation ist data-diversity-dependent. Empfehlung für Folgearbeiten in dieser Domäne: Splitting-Strategie explizit nennen.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y_extrap, 95% Bootstrap-CI, leakage-freier Multi-Device-Split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für C, p=0.55 für MAE).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Xiaomi-Daten: Akku 88.8% der Zeit über 75% (mean 94%). Wenig Discharge-Dynamik zum Lernen. Sensor-Qualität UND Datenverteilung gemischt.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Auf der Effizienz-Achse hat TinyML keinen Wettbewerbsnachteil - der Engpass liegt allein auf der Accuracy-Achse.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Multi-Device-Datensatz macht den Unterschied: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C=0.50 = Mean-Predictor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C=0.51, beide nicht über Floor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C=0.69, beide signifikant &gt; Floor (p&lt;=0.005)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(p=0.83):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3.21 h, C-Index 0.776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3.24 h, C-Index 0.777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Hardware-Zugang trägt nichts Messbares für 'Stunden bis 0%' bei.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Right-censored Daten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0% entladen. Strukturelle Eigenschaft der Domäne - gleiche Beobachtung bei Li et al. (2018) mit 51 Nutzern. Deshalb C-Index als Primär-Metrik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Eine Leave-One-Device-Out-Studie - also Test auf einem komplett ungesehenen Gerät -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anomal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C=0.60 während RF auf demselben Gerät C=0.76 erreicht. Keine kausale Erklärung im aktuellen Datensatz -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Daten-Coverage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0.79 auf Pixel 7 Pro, 0.59 auf Xiaomi. Engpass: Sensor-Qualität UND Discharge-Dynamik-Coverage (Xiaomi-Akku 88.8% der Zeit voll). Nicht die Modellarchitektur.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Methodischer Beitrag: Segment-Level-Split als Standard für Sliding-Window-Time-Series in Mobile-Sensing.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 Schürger</cp:lastModifiedBy>
  <cp:revision>1</cp:revision>
  <dcterms:created xsi:type="dcterms:W3CDTF">2026-06-05T14:27:39Z</dcterms:created>
  <dcterms:modified xsi:type="dcterms:W3CDTF">2026-06-05T14:27:39Z</dcterms:modified>
</cp:coreProperties>
</file>