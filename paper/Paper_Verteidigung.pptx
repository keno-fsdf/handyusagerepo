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Effizienz-Seite ist TinyML konkurrenzfähig — die Schwäche liegt nur bei der Genauigkeit.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0,60, während Random Forest auf denselben Daten 0,76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0,79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2026-06-05T15:58:45Z</dcterms:created>
  <dcterms:modified xsi:type="dcterms:W3CDTF">2026-06-05T15:58:45Z</dcterms:modified>
</cp:coreProperties>
</file>