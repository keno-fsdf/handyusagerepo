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über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täuscht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für Folgearbeiten in dieser Domäne: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über 75% (mean 94%). Wenig Discharge-Dynamik zum Lernen. Sensor-Qualität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2026-06-05T14:43:05Z</dcterms:created>
  <dcterms:modified xsi:type="dcterms:W3CDTF">2026-06-05T14:43:05Z</dcterms:modified>
</cp:coreProperties>
</file>