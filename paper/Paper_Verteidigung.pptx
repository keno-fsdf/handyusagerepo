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MIUI/OneUI: oft Legacy-Code seit Android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aendert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eine Drittanbieter-App, die nur öffentliche Sensor-APIs nutzt, mit der System-API mithalten - oder überhaupt etwas Sinnvolles lernen?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Random-Shuffle über Sliding-Window-Sequenzen leckt Future-Information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Single-Device: random-shuffle täuscht eine 19x bessere Performance vor - reines Leakage-Artefakt.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Multi-Device: nur noch 1.24x Inflation, im Bereich von Albelali &amp; Ahmed (2025) mit 10-fold CV.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methodischer Beitrag: Inflation ist data-diversity-dependent. Empfehlung für Folgearbeiten in dieser Domäne: Splitting-Strategie explizit nennen.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y_extrap, 95% Bootstrap-CI, leakage-freier Multi-Device-Split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über 75% (mean 94%). Wenig Discharge-Dynamik zum Lernen. Sensor-Qualität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Domäne - gleiche Beobachtung bei Li et al. (2018) mit 51 Nutzern. Deshalb C-Index als Primär-Metrik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Eine Leave-One-Device-Out-Studie - also Test auf einem komplett ungesehenen Gerät -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C=0.60 während RF auf demselben Gerät C=0.76 erreicht. Keine kausale Erklärung im aktuellen Datensatz -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Sensor-Qualität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für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2026-06-05T14:33:14Z</dcterms:created>
  <dcterms:modified xsi:type="dcterms:W3CDTF">2026-06-05T14:33:14Z</dcterms:modified>
</cp:coreProperties>
</file>