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eno\Desktop\handyUsage\portfolio\Thws-logo_Eng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97680"/>
            <a:ext cx="128016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lange haelt mein Akku noch?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eigenes TinyML-Modell auf dem Smartphone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1280160" cy="54864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 I: Mobile und Ubiquitaere Anwendungen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Matrikelnummer 5023033 - BWI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 2026 - Prof. Dr. Huffstadt / Prof. Dr. John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Kennt ihr das?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Akku-Anzeige zwischen Wunsch und Wirklichkeit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"noch 4 Stunden"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"noch 1 Stunde"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2286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YouTube-Video spaeter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einfache Hochrechnung 'Verbrauch der letzten Stunden -&gt; Zukunft' funktioniert nicht, sobald sich das Nutzungsverhalten aendert.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ist das schwer?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Akku-Verbrauch haengen viele Dinge gleichzeitig 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65960" y="1499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App laeuft? Spotify zieht weniger als TikTok.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Bildschirm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499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Helligkeit + an/aus ist der groesste Einzel-Verbraucher.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14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25511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Spiel laeuft die CPU heiss - 5x mehr Verbrauch.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514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5511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Mobilfunk vs WLAN, schwacher Empfang kostet Energie.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66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65960" y="36027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Kaelte sinkt die nutzbare Akku-Kapazitaet.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566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821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566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6027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Tethering verdoppelt schnell den Verbrauch.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ist genau die Art von Problem, fuer das sich Machine Learning eignet.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Forschungsfrage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73736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"Wie gut kann TinyML die Akkulaufzeit auf Android vorhersagen im Vergleich zu klassischen Berechnungs-Methoden und der nativen Google-API - bezogen auf Genauigkeit und Effizienz?"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Modell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Conv1D-Netz, on-device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474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weitere Methoden + Google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474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Geraete, 45 Tage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Android heute schon kann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hat seit 2021 ein eigenes ML-Modell im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PowerManager.getBatteryDischargePrediction()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gibt die geschaetzte Restzeit zurueck - seit Android 12 (API 31)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82880" cy="320040"/>
          </a:xfrm>
          <a:prstGeom prst="roundRect">
            <a:avLst>
              <a:gd name="adj" fmla="val 20000"/>
            </a:avLst>
          </a:prstGeom>
          <a:solidFill>
            <a:srgbClr val="F6821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08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Pixel-Geraeten nutzt der Einstellungs-Screen den Wert. Sonst meist gar nicht sichtbar.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82880" cy="320040"/>
          </a:xfrm>
          <a:prstGeom prst="roundRect">
            <a:avLst>
              <a:gd name="adj" fmla="val 20000"/>
            </a:avLst>
          </a:prstGeom>
          <a:solidFill>
            <a:srgbClr val="F6821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66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Xiaomi, Samsung, OnePlus etc. ist die API zwar verfuegbar - aber wenig erforscht.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82880" cy="320040"/>
          </a:xfrm>
          <a:prstGeom prst="roundRect">
            <a:avLst>
              <a:gd name="adj" fmla="val 20000"/>
            </a:avLst>
          </a:prstGeom>
          <a:solidFill>
            <a:srgbClr val="F6821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weiss oeffentlich, wie GUT diese Google-Vorhersage eigentlich ist.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Bausteine, klare Schnittstellen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22960" cy="82296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Sammelt alle 30s Akku-Daten im Hintergrund. Laeuft auf Xiaomi + 3 Pixel-Geraeten.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822960" cy="82296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554480" y="2377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ML-Modell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Conv1D-Netz, am Laptop trainiert, dann ins Handy zurueck deployed. Klein genug fuer Smartphones.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22960" cy="822960"/>
          </a:xfrm>
          <a:prstGeom prst="ellipse">
            <a:avLst/>
          </a:prstGeom>
          <a:solidFill>
            <a:srgbClr val="F682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Vergleich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886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gleichen Test-Set messen, wer wirklich besser vorhersagt - mein Modell, einfache Berechnungen oder Google.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sieht die App aus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Zustaende: Aufwaermphase und aktive Vorhersage</a:t>
            </a:r>
            <a:endParaRPr lang="en-US" sz="1300" dirty="0"/>
          </a:p>
        </p:txBody>
      </p:sp>
      <p:pic>
        <p:nvPicPr>
          <p:cNvPr id="7" name="Image 0" descr="C:\Users\Keno\Desktop\handyUsage\portfolio\screenshot_app_st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16916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663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"Sammle Daten ... (0/10)"</a:t>
            </a:r>
            <a:endParaRPr lang="en-US" sz="1100" dirty="0"/>
          </a:p>
        </p:txBody>
      </p:sp>
      <p:pic>
        <p:nvPicPr>
          <p:cNvPr id="9" name="Image 1" descr="C:\Users\Keno\Desktop\handyUsage\portfolio\screenshot_app_predic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1691640" cy="3383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4663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"Noch 13h 57min" bei 100% Akku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hier?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18288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Service laeuft im Hintergrund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(auch wenn App geschlossen)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Modell braucht erst 10 Datenpunkte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bevor es eine Vorhersage gibt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Danach alle 30s ein neuer Wert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(bzw. auf Knopfdruck)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haengt alles zusammen?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Daten-Sammlung am Phone, Training am PC, Deployment zurueck aufs Phone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sammeln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- 10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alle 30s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CSV-Export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25400">
            <a:solidFill>
              <a:srgbClr val="F682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Python-Pipeline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Auswertung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Conv1D-Netz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Quantisierung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Eval-Stats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Android-App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468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.tflite-Modell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on-device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2423160"/>
            <a:ext cx="45720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788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2423160"/>
            <a:ext cx="45720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788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.tflite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Trennung: was am Handy passiert, bleibt am Handy. Trainingsdaten landen nur ueber expliziten Share-Intent am PC.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sammelt die App?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alle 30 Sekunden - was eine normale App lesen darf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Level (%)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Temperatur (°C)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Laedt ja/nein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46304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Bildschirm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An/aus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Helligkeit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Aktive App-Kategorie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CPU-Auslastung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1089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Konnektivitaet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WLAN ja/nein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Mobilfunk ja/nein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Hotspot ja/nein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 Beschraenkung: nur Daten, die eine normale Drittanbieter-App ohne Spezial-Rechte sehen kann.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 Nr.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Xiaomi-Phones killen Hintergrund-Apps - und das Modell konnte nicht messen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5087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gestartet, Daten fliessen rein - perfekt.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1945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aus der Uebersicht weggewischt - Service tot.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346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2880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Phone-Restart - Service kommt nicht mehr zurueck.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3566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Foreground-Service + Alarm-Manager + Boot-Listener.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Paper schoen, in der Praxis 18 Stunden Geraete-Tuning, bis es robust lief.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finale Datensatz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Pixel-Geraete von Mitstudis + mein Xiaomi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 2107113SG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38.087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Geraet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7 Pro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16.919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926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Mitstudi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8 Pro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0116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3.354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0" y="2651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Mitstudi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55448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9 Pro XL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20116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7.641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83680" y="2651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926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Mitstudi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36576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3703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66.001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2860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 ueber 45 Tage und 180 Sessions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TinyML eigentlich?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das direkt auf kleinen Geraeten laeuft - ohne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86200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 ML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Modell ist mehrere 100 MB gross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Laeuft auf GPU-Servern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Cloud-Anfragen pro Vorhersage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Latenz: 100-1000 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463040"/>
            <a:ext cx="3886200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25400">
            <a:solidFill>
              <a:srgbClr val="F682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00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Modell unter 100 KB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Laeuft auf CPU/MCU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Direkt auf dem Geraet (offline)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Latenz: Mikrosekunden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Vorteile: kein Datenleak, keine Server-Kosten, funktioniert ohne Netz.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wird das Modell so klein?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Quantisierung: weniger Genauigkeit pro Gewicht, viel weniger Speicher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Original-Training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463040"/>
            <a:ext cx="7315200" cy="411480"/>
          </a:xfrm>
          <a:prstGeom prst="roundRect">
            <a:avLst>
              <a:gd name="adj" fmla="val 8889"/>
            </a:avLst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KB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Kompression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224028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455A64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 Genauigkeit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3017520"/>
            <a:ext cx="1188720" cy="411480"/>
          </a:xfrm>
          <a:prstGeom prst="roundRect">
            <a:avLst>
              <a:gd name="adj" fmla="val 8889"/>
            </a:avLst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017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KB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Ganzzahlen, deployed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94560" y="3794760"/>
            <a:ext cx="960120" cy="411480"/>
          </a:xfrm>
          <a:prstGeom prst="roundRect">
            <a:avLst>
              <a:gd name="adj" fmla="val 8889"/>
            </a:avLst>
          </a:prstGeom>
          <a:solidFill>
            <a:srgbClr val="F6821E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 KB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7-8x kleiner und 10.000x schneller als die Float32-Variante - bei vergleichbarer Genauigkeit.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wurde trainiert?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Standard-Pipeline am Laptop, ca. 20 Epochen mit Early Stopping</a:t>
            </a:r>
            <a:endParaRPr lang="en-US" sz="1300" dirty="0"/>
          </a:p>
        </p:txBody>
      </p:sp>
      <p:pic>
        <p:nvPicPr>
          <p:cNvPr id="7" name="Image 0" descr="C:\Users\Keno\Desktop\handyUsage\reports\figures\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02920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hier passiert: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Blau: Training-Fehler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Orange: Validation-Fehler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sinken, Validation-Fehler stoppt nach ~21 Epochen.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wurden mit einer Konfig-Datei festgeschrieben - alles reproduzierbar.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wichtigste Aha-Moment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man Daten teilt, entscheidet, ob das Ergebnis ehrlich 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Random-Split (naiv)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Sequenzen wild gemischt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01168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1368" y="201168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201168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8376" y="201168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201168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51460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7864" y="251460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01368" y="251460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04872" y="251460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8376" y="251460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2514600"/>
            <a:ext cx="548640" cy="411480"/>
          </a:xfrm>
          <a:prstGeom prst="rect">
            <a:avLst/>
          </a:prstGeom>
          <a:solidFill>
            <a:srgbClr val="E945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2918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Test-Fehler: 6.53h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Segment-Level-Split (sauber)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Ganze Sitzungen getrennt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201168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86984" y="201168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0488" y="201168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201168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97496" y="201168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201168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251460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86984" y="2514600"/>
            <a:ext cx="548640" cy="411480"/>
          </a:xfrm>
          <a:prstGeom prst="rect">
            <a:avLst/>
          </a:prstGeom>
          <a:solidFill>
            <a:srgbClr val="27AE6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251460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3992" y="251460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97496" y="251460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2514600"/>
            <a:ext cx="548640" cy="411480"/>
          </a:xfrm>
          <a:prstGeom prst="rect">
            <a:avLst/>
          </a:prstGeom>
          <a:solidFill>
            <a:srgbClr val="CFD8D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32918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Test-Fehler: 11.06h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naiven Fall sieht das Modell wegen Sliding-Windows Teile der Test-Daten schon im Training -&gt; 'Cheating'.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sauberer Split zeigt den ehrlichen Fehler - Faktor 1.69x hoeher. Das war der Wendepunkt der Arbeit.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gewinnt nun?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Methoden auf demselben Test-Set verglichen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(Fehler)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Ranking-Score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71907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892808"/>
            <a:ext cx="164592" cy="164592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Predictor (Floor)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8288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18288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286000"/>
            <a:ext cx="164592" cy="164592"/>
          </a:xfrm>
          <a:prstGeom prst="ellipse">
            <a:avLst/>
          </a:prstGeom>
          <a:solidFill>
            <a:srgbClr val="455A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221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Linear-Baseline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221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267919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6151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(mein Modell)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6151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6151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6151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3072384"/>
            <a:ext cx="164592" cy="164592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0083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3008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4.06h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0083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3008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3465576"/>
            <a:ext cx="164592" cy="16459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4015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Fit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34015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34015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4015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3858768"/>
            <a:ext cx="164592" cy="16459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7947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0" y="3794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3794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0" y="3794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Ueberraschung: alle ernsthaften Methoden landen praktisch gleichauf. Auch die simple Linear-Berechnung schlaegt sich gegen Google API.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Geraet betrachtet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Hardware macht mehr Unterschied als das Modell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94510"/>
            <a:ext cx="1371600" cy="222885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7447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7 Pro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24228"/>
            <a:ext cx="1371600" cy="21991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5041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8 Pro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5074"/>
            <a:ext cx="1371600" cy="228828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41503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9 Pro XL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269998"/>
            <a:ext cx="1371600" cy="175336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94995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4069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 2107113SG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Xiaomi war der Akku 88.8% der Zeit ueber 75% - kaum Entlade-Dynamik zum Lernen. Auf Pixel wurde der Akku regelmaessig leergespielt.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ist nicht 'schlechter' auf Xiaomi - es hatte weniger zu lernen.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 Index (Ranking-Score, 0.5 = Zufall, 1.0 = perfekt)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kostet das Modell?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Klein, schnell und stromsparend genug fuer Dauerbetrieb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Modell-Groesse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in einen E-Mail-Anhang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00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Inferenz-Zeit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200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Vorhersage auf CPU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600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200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Float32-Variante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600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2880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Update-Rate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2004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 Live-Anzeige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dieser Effizienz koennte die Vorhersage problemlos in jeder Akku-Anzeige laufen - quasi gratis.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sicher sind die Vorhersagen?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Kumulative Fehler-Verteilung der drei Hauptmethoden</a:t>
            </a:r>
            <a:endParaRPr lang="en-US" sz="1300" dirty="0"/>
          </a:p>
        </p:txBody>
      </p:sp>
      <p:pic>
        <p:nvPicPr>
          <p:cNvPr id="7" name="Image 0" descr="C:\Users\Keno\Desktop\handyUsage\reports\figures\cumulative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liest man das?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weiter links die Kurve,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besser die Methode.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50% der TinyML-Vorhersagen liegen unter 2 Stunden Fehler.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sehr langen Horizonten (&gt; 30h) gewinnt die Google API.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ich mitnehme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Erkenntnisse, die ueber das Projekt hinausgehen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09728" cy="91440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im Hintergrund ist hart.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Foreground-Services sind theoretisch Standard - praktisch killt jeder Hersteller anders. Multi-Device-Test war Pflicht.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09728" cy="91440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Methodische Disziplin &gt; Modell-Komplexitaet.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Wechsel vom naiven zum sauberen Train/Test-Split hatte mehr Wirkung als jedes Hyperparameter-Tuning.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09728" cy="91440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66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Negativ-Ergebnisse sind wertvoll.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Anfangs sah alles nach 'mein Modell gewinnt!' aus. Erst saubere Methodik zeigte: TinyML ist gleichauf mit einfacher Berechnung. Das ehrlich zu reporten ist wissenschaftlich richtig.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 - Vertiefung I - Akkuvorhersage mit TinyML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offen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548640" cy="45720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Daten, Pipeline auf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7315200" cy="822960"/>
          </a:xfrm>
          <a:prstGeom prst="roundRect">
            <a:avLst>
              <a:gd name="adj" fmla="val 8889"/>
            </a:avLst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github.com/Keno-fsdf/HandyUsageRepo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Kotlin-Source + APK fuer Demo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74320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run_pipeline.py reproduziert alles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30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66.001 Messpunkte als CSV im Repo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65760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30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Portfolio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als PDF + LaTeX-Source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Handy: APK installierbar, Datensammlung sofort startbar.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fuer eure Aufmerksamkeit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931920" y="2331720"/>
            <a:ext cx="1280160" cy="54864"/>
          </a:xfrm>
          <a:prstGeom prst="rect">
            <a:avLst/>
          </a:prstGeom>
          <a:solidFill>
            <a:srgbClr val="F682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Schuerger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keno.schuerger@study.thws.de</a:t>
            </a:r>
            <a:endParaRPr lang="en-US" sz="1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github.com/Keno-fsdf/HandyUsageRepo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Akkuvorhersage mit TinyML - Kurzreferat Vertiefung I</dc:title>
  <dc:subject>PptxGenJS Presentation</dc:subject>
  <dc:creator>Keno Schuerger</dc:creator>
  <cp:lastModifiedBy>Keno Schuerger</cp:lastModifiedBy>
  <cp:revision>1</cp:revision>
  <dcterms:created xsi:type="dcterms:W3CDTF">2026-05-13T10:24:35Z</dcterms:created>
  <dcterms:modified xsi:type="dcterms:W3CDTF">2026-05-13T10:24:35Z</dcterms:modified>
</cp:coreProperties>
</file>