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ortfolio/Thws-logo_Engli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297680"/>
            <a:ext cx="128016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Data Collector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48640" y="1783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Android-App mit On-Device-Akkuvorhersage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2423160"/>
            <a:ext cx="1280160" cy="54864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65176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Vertiefung I: Mobile und Ubiquitaere Anwendungen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App-Kurzpraesentation - 5 Minuten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Matrikelnummer 5023033 - BWI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SoSe 2026 - Prof. Dr. Huffstadt / Prof. Dr. John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Battery Data Collector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macht die App?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Akku-Daten sammeln und direkt am Handy eine eigene Restzeit berechnen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91640"/>
            <a:ext cx="411480" cy="41148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Sammeln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30 Sekunden ein Datenpunkt mit 10 Features (Akku, Bildschirm, App, CPU, Temperatur, Netz).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55448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691640"/>
            <a:ext cx="411480" cy="41148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3192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Rechnen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228600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Eigenes ML-Modell laeuft direkt auf dem Geraet und gibt eine Restzeit-Vorhersage aus.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55448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691640"/>
            <a:ext cx="411480" cy="41148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7512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Anzeigen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17920" y="228600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 Vorhersage in der App und in einer dauerhaften Notification - ohne dass die App offen sein muss.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geht es um die App selbst - der wissenschaftliche Methoden-Vergleich ist Thema der separaten Paper-Praesentation.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Battery Data Collector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App in Aktion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Zustaende auf dem Xiaomi 2107113SG - Aufwaermphase und aktive Vorhersage</a:t>
            </a:r>
            <a:endParaRPr lang="en-US" sz="1300" dirty="0"/>
          </a:p>
        </p:txBody>
      </p:sp>
      <p:pic>
        <p:nvPicPr>
          <p:cNvPr id="7" name="Image 0" descr="/workspace/portfolio/screenshot_app_st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80160"/>
            <a:ext cx="169164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6634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"Sammle Daten ... (0/10)"</a:t>
            </a:r>
            <a:endParaRPr lang="en-US" sz="1100" dirty="0"/>
          </a:p>
        </p:txBody>
      </p:sp>
      <p:pic>
        <p:nvPicPr>
          <p:cNvPr id="9" name="Image 1" descr="/workspace/portfolio/screenshot_app_predict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280160"/>
            <a:ext cx="1691640" cy="33832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0" y="46634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"Noch 13h 57min" bei 100% Akku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passiert da?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00800" y="182880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laeuft im Hintergrund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bei geschlossener App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 braucht 10 Datenpunkte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 Minuten Aufwaermphase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Danach alle 30s neuer Wert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App und Notification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Battery Data Collector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Hauptfeature: On-Device-Inferenz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Vorhersage entsteht direkt auf dem Handy - ohne Internet, ohne Server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heisst 'on-device'?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ML-Modell liegt als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.tflite-Datei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 Assets-Ordner der App.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Vorhersage wird vom TFLite-Interpreter lokal auf der CPU des Phones gerechnet.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Cloud, kein Account, kein Netz - die App funktioniert vollstaendig offline.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 w="25400">
            <a:solidFill>
              <a:srgbClr val="F682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das ein gutes Feature ist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83480" y="1938528"/>
            <a:ext cx="182880" cy="182880"/>
          </a:xfrm>
          <a:prstGeom prst="ellipse">
            <a:avLst/>
          </a:prstGeom>
          <a:solidFill>
            <a:srgbClr val="F6821E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1874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21671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Sensor-Daten verlassen das Geraet nie.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83480" y="2578608"/>
            <a:ext cx="182880" cy="182880"/>
          </a:xfrm>
          <a:prstGeom prst="ellipse">
            <a:avLst/>
          </a:prstGeom>
          <a:solidFill>
            <a:srgbClr val="F6821E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2514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Offline-faehig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57800" y="28072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Funktioniert auch im Flugzeug oder Funkloch.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3218688"/>
            <a:ext cx="182880" cy="182880"/>
          </a:xfrm>
          <a:prstGeom prst="ellipse">
            <a:avLst/>
          </a:prstGeom>
          <a:solidFill>
            <a:srgbClr val="F6821E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3154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Niedrige Latenz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57800" y="34472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Mikrosekunden statt Netz-Round-Trip.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3858768"/>
            <a:ext cx="182880" cy="182880"/>
          </a:xfrm>
          <a:prstGeom prst="ellipse">
            <a:avLst/>
          </a:prstGeom>
          <a:solidFill>
            <a:srgbClr val="F6821E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Server-Kosten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7800" y="40873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Backend-Infrastruktur noetig.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Battery Data Collector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die Inferenz technisch laeuft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Sensor-Wert bis zur Vorhersage in der Notification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6821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234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lesen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aktuelle Sensor-Werte auslesen.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93852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6821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38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18928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Normalisieren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194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StandardScaler-Werte aus Training hardcoded in der App.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59689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6821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596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255117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Ringpuffer fuellen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2852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Letzte 10 Messungen behalten (Sequenzlaenge des Modells).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5526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6821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55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20954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ausfuehren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51129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Interpreter.run() liefert Restzeit in Stunden.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91363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6821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913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88720" y="38679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aktualisieren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416966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 in App und Notification anzeigen.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0F1B2D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Modell-Steckbrief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98348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18288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Conv1D, ~6k Parameter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2240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2240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Zeitschritte x 10 Features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26517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Float = Stunden bis leer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3063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30632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TFLite INT8 quantisiert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83480" y="3474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Groesse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34747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14.4 KB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83480" y="3886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Latenz/Inferenz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83680" y="38862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 us auf CPU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Battery Data Collector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groesste App-Problem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Damit das Hauptfeature ueberhaupt funktioniert, muss der Service weiterlaufen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14173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gestartet, Daten fliessen rein, Vorhersage laeuft.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57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21031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aus dem Task-Switcher weggewischt - Service tot.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43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65960" y="27889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Geraete-Neustart - Sammlung kommt nicht zurueck.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290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Loesung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34747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Foreground-Service + AlarmManager-Restart + BootReceiver.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Speziell auf Xiaomi/MIUI killt das System Hintergrund-Services aggressiv. Drei kombinierte Mechanismen halten den Service am Leben - ohne sie waere die Live-Vorhersage praktisch unbrauchbar.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Battery Data Collector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 und aktueller Stand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lokal, nichts geht ungefragt raus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Standort-, Mikro-, Kamera-Permission.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App-Kategorie (0-5), nicht Paketname.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liegt nur in der App-Sandbox (filesDir).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nur per expliziten Share-Intent.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Auto-Upload, kein Backend, kein Account.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am 11.5.2026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9202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5508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Geraete im Feldtest (Xiaomi + 3 Pixel)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514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55080" y="2514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 Laufzeit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1089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66 001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3108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Messpunkte gesammelt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7033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55080" y="3703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zur App?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931920" y="2331720"/>
            <a:ext cx="1280160" cy="54864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606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Gerne auch zum Service-Lifecycle, MIUI-Survival oder dem Kotlin/TFLite-Code.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CB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keno.schuerger@study.thws.de</a:t>
            </a:r>
            <a:endParaRPr lang="en-US" sz="14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CB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github.com/Keno-fsdf/HandyUsageRepo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Battery Data Collector - App-Kurzpraesi</dc:title>
  <dc:subject>PptxGenJS Presentation</dc:subject>
  <dc:creator>Keno Schuerger</dc:creator>
  <cp:lastModifiedBy>Keno Schuerger</cp:lastModifiedBy>
  <cp:revision>1</cp:revision>
  <dcterms:created xsi:type="dcterms:W3CDTF">2026-05-13T10:50:24Z</dcterms:created>
  <dcterms:modified xsi:type="dcterms:W3CDTF">2026-05-13T10:50:24Z</dcterms:modified>
</cp:coreProperties>
</file>